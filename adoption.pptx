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CATALOGUE   ·   ORCHESTRATION   ·   OBSERVABILITY   ·   LINEAGE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Crew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89720" y="804672"/>
            <a:ext cx="2450592" cy="384048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80467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ADOPTION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8366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milestones delivered this quarter across the NSFR and PnL calculator estate.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10435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443838" y="2761488"/>
            <a:ext cx="777240" cy="77724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290" y="2948940"/>
            <a:ext cx="402336" cy="4023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4672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NSFR Modular Calculators Automated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Loans, deposits, debt and other modular calculators now run through fully automated orchestration — no manual scheduling or handoffs.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90595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52390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4285793" y="2761488"/>
            <a:ext cx="777240" cy="77724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245" y="2948940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46627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Integration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3646627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NSFR calculator is integrated into the Observability Service, with real-time monitoring, SLA tracking and dashboards out of the box.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32550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94346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8"/>
          <p:cNvSpPr/>
          <p:nvPr/>
        </p:nvSpPr>
        <p:spPr>
          <a:xfrm>
            <a:off x="7127748" y="2761488"/>
            <a:ext cx="777240" cy="77724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94894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88582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On-boarding Complete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6488582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 has been on-boarded for all NSFR calculators, giving full traceability from source data through to output.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074506" y="2395728"/>
            <a:ext cx="2567635" cy="3364992"/>
          </a:xfrm>
          <a:prstGeom prst="roundRect">
            <a:avLst>
              <a:gd name="adj" fmla="val 284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10636301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F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3"/>
          <p:cNvSpPr/>
          <p:nvPr/>
        </p:nvSpPr>
        <p:spPr>
          <a:xfrm>
            <a:off x="9969703" y="2761488"/>
            <a:ext cx="777240" cy="777240"/>
          </a:xfrm>
          <a:prstGeom prst="ellipse">
            <a:avLst/>
          </a:prstGeom>
          <a:solidFill>
            <a:srgbClr val="2B2B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155" y="2948940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330538" y="3767328"/>
            <a:ext cx="20555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Calculators Live on ACD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9330538" y="4544568"/>
            <a:ext cx="2055571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calculators have been on-boarded to ACD Orchestration, extending the framework’s automation beyond NSFR into P&amp;L.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0533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3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NSFR and PnL calculator estate now runs on one governed, automated platform.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2026-08-27T21:24:13Z</dcterms:created>
  <dcterms:modified xsi:type="dcterms:W3CDTF">2026-08-27T21:24:13Z</dcterms:modified>
</cp:coreProperties>
</file>