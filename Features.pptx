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2194560"/>
            <a:ext cx="5669280" cy="5669280"/>
          </a:xfrm>
          <a:prstGeom prst="ellipse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11521440" y="-822960"/>
            <a:ext cx="2926080" cy="2926080"/>
          </a:xfrm>
          <a:prstGeom prst="ellipse">
            <a:avLst/>
          </a:prstGeom>
          <a:solidFill>
            <a:srgbClr val="F3F3F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ROADMAP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Upcoming Adoptions &amp; Features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snapshot of Rule Engine and AmpliFi initiatives currently in flight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5387188" cy="2162556"/>
          </a:xfrm>
          <a:prstGeom prst="roundRect">
            <a:avLst>
              <a:gd name="adj" fmla="val 3383"/>
            </a:avLst>
          </a:prstGeom>
          <a:solidFill>
            <a:srgbClr val="F7F7F7"/>
          </a:solidFill>
          <a:ln w="9525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04672" y="2039112"/>
            <a:ext cx="457200" cy="457200"/>
          </a:xfrm>
          <a:prstGeom prst="ellipse">
            <a:avLst/>
          </a:prstGeom>
          <a:solidFill>
            <a:srgbClr val="2E2E2E"/>
          </a:solidFill>
          <a:ln/>
        </p:spPr>
      </p:sp>
      <p:pic>
        <p:nvPicPr>
          <p:cNvPr id="9" name="Image 0" descr="/home/claude/slide/rule_eng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2157984"/>
            <a:ext cx="219456" cy="21945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44752" y="2002536"/>
            <a:ext cx="44727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Engine Adoption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841248" y="2642616"/>
            <a:ext cx="4801972" cy="1138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BACVA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ECL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Risk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IPV / PNL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255868" y="1783080"/>
            <a:ext cx="5387188" cy="2162556"/>
          </a:xfrm>
          <a:prstGeom prst="roundRect">
            <a:avLst>
              <a:gd name="adj" fmla="val 3383"/>
            </a:avLst>
          </a:prstGeom>
          <a:solidFill>
            <a:srgbClr val="F7F7F7"/>
          </a:solidFill>
          <a:ln w="9525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511900" y="2039112"/>
            <a:ext cx="457200" cy="457200"/>
          </a:xfrm>
          <a:prstGeom prst="ellipse">
            <a:avLst/>
          </a:prstGeom>
          <a:solidFill>
            <a:srgbClr val="2E2E2E"/>
          </a:solidFill>
          <a:ln/>
        </p:spPr>
      </p:sp>
      <p:pic>
        <p:nvPicPr>
          <p:cNvPr id="14" name="Image 1" descr="/home/claude/slide/feature_expans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0772" y="2157984"/>
            <a:ext cx="219456" cy="21945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151980" y="2002536"/>
            <a:ext cx="44727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Feature Expansion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6548476" y="2642616"/>
            <a:ext cx="4801972" cy="1138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functionality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data types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548640" y="4238244"/>
            <a:ext cx="5387188" cy="2162556"/>
          </a:xfrm>
          <a:prstGeom prst="roundRect">
            <a:avLst>
              <a:gd name="adj" fmla="val 3383"/>
            </a:avLst>
          </a:prstGeom>
          <a:solidFill>
            <a:srgbClr val="F7F7F7"/>
          </a:solidFill>
          <a:ln w="9525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04672" y="4494276"/>
            <a:ext cx="457200" cy="457200"/>
          </a:xfrm>
          <a:prstGeom prst="ellipse">
            <a:avLst/>
          </a:prstGeom>
          <a:solidFill>
            <a:srgbClr val="2E2E2E"/>
          </a:solidFill>
          <a:ln/>
        </p:spPr>
      </p:sp>
      <p:pic>
        <p:nvPicPr>
          <p:cNvPr id="19" name="Image 2" descr="/home/claude/slide/calculato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4613148"/>
            <a:ext cx="219456" cy="21945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444752" y="4457700"/>
            <a:ext cx="44727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AmpliFi Calculator Catalogue &amp; Single Calculator Page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841248" y="5097780"/>
            <a:ext cx="4801972" cy="1138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NSFR calculators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Capital, ECL and BACVA calculators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PAPM calculators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6255868" y="4238244"/>
            <a:ext cx="5387188" cy="2162556"/>
          </a:xfrm>
          <a:prstGeom prst="roundRect">
            <a:avLst>
              <a:gd name="adj" fmla="val 3383"/>
            </a:avLst>
          </a:prstGeom>
          <a:solidFill>
            <a:srgbClr val="F7F7F7"/>
          </a:solidFill>
          <a:ln w="9525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511900" y="4494276"/>
            <a:ext cx="457200" cy="457200"/>
          </a:xfrm>
          <a:prstGeom prst="ellipse">
            <a:avLst/>
          </a:prstGeom>
          <a:solidFill>
            <a:srgbClr val="2E2E2E"/>
          </a:solidFill>
          <a:ln/>
        </p:spPr>
      </p:sp>
      <p:pic>
        <p:nvPicPr>
          <p:cNvPr id="24" name="Image 3" descr="/home/claude/slide/key_feature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0772" y="4613148"/>
            <a:ext cx="219456" cy="21945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151980" y="4457700"/>
            <a:ext cx="44727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Key Features</a:t>
            </a:r>
            <a:endParaRPr lang="en-US" sz="1700" dirty="0"/>
          </a:p>
        </p:txBody>
      </p:sp>
      <p:sp>
        <p:nvSpPr>
          <p:cNvPr id="26" name="Text 20"/>
          <p:cNvSpPr/>
          <p:nvPr/>
        </p:nvSpPr>
        <p:spPr>
          <a:xfrm>
            <a:off x="6548476" y="5097780"/>
            <a:ext cx="4801972" cy="1138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 calculator trigger through AmpliFi UI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Engine approval workflow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mode feature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54864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Internal Use Only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9265615" y="654710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Overview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2026-08-20T03:23:16Z</dcterms:created>
  <dcterms:modified xsi:type="dcterms:W3CDTF">2026-08-20T03:23:16Z</dcterms:modified>
</cp:coreProperties>
</file>